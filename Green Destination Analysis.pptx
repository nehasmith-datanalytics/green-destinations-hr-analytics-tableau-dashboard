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5E81B-A774-40AD-8D2C-D2698E1EA8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1B19EC-3068-44EB-AAE3-630187E5EA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025F8-6E46-459D-B337-B2D81FB30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A76AF-E75D-40CA-9B9B-38FA4104267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A96B6D-31DA-417A-B458-ADCE0B1FC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5AFB8-4AF4-4C97-A53F-1D0F436EB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96789-19D0-451F-B01C-BF50DCB6A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191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25DFD-2461-4C21-BCE9-B38259807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3DAF3-E70C-47BF-9354-6BBB6A839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AADE0-131E-4F61-8C3E-2DE803270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A76AF-E75D-40CA-9B9B-38FA4104267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C96CF5-3EC5-4164-AE71-DDC4B6EB8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9FCA78-0E4B-4B69-A9F0-912E79E61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96789-19D0-451F-B01C-BF50DCB6A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585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AE690-04E0-4CB1-8BC6-B22C4ADD6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CA1080-894C-43AD-B238-9A50554BC4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E1C70-E8B0-4EF1-9515-232959409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A76AF-E75D-40CA-9B9B-38FA4104267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97B65-2B54-4B57-999B-7B06522C1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9B99D6-75E1-4008-8867-1F0DD10E5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96789-19D0-451F-B01C-BF50DCB6A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718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44749-EBB6-4142-927B-41F36B89F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E21BB-3C85-4E7B-8CA4-7760B5E148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36AA49-290C-4524-9938-98F590654F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F1DAE5-3FD2-4EB4-BFCF-0B77D48F6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A76AF-E75D-40CA-9B9B-38FA4104267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F71A2E-9BE1-4CB4-A855-4BFD152E1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25174E-C38B-4808-BA60-443018F9A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96789-19D0-451F-B01C-BF50DCB6A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91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1F36C-206B-4DFD-9BE8-0A3E37E83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D7F1AF-6C8A-4CA0-8189-E2C5EDB71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5326F4-F0D5-4EA4-94E4-A6851A1D07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85BE63-7511-4967-BE23-9DF38621D8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DD01F4-77CB-469F-A2D8-F5F30EED09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6E8372-AD99-42A6-9D15-E04CB26AE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A76AF-E75D-40CA-9B9B-38FA4104267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5A54E1-0E9B-48F7-83E4-B8AB36FB4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F841F9-F736-47C3-8C6B-A291E5BD5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96789-19D0-451F-B01C-BF50DCB6A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148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288FC-65EC-499C-8C60-4B4D25D96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7CC734-39E4-4821-9C5D-D94060734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A76AF-E75D-40CA-9B9B-38FA4104267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167461-8893-4246-95C0-0D411025F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A8DF58-CC79-462F-ACED-083A71975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96789-19D0-451F-B01C-BF50DCB6A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511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0B00DF-1101-421B-AAFE-16B2A4ADF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A76AF-E75D-40CA-9B9B-38FA4104267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4AABA7-BEE3-4C17-8898-A30CF32E7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B2772C-D45D-4773-91ED-A52E158BE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96789-19D0-451F-B01C-BF50DCB6A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09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98CB4-3AE4-4DEC-8EF8-BD560860D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FCDE1-5F05-41C4-9FE2-19D038B3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4B9C76-348D-4330-BA5E-6AEE442EF7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EF8398-A863-4E80-85E3-DBBB46FD9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A76AF-E75D-40CA-9B9B-38FA4104267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927E8C-1998-4D4A-ACB9-70B06F6BD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09802D-8B34-4EE1-8131-431C2B115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96789-19D0-451F-B01C-BF50DCB6A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594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673A7-2198-4AD0-ABE3-C70615080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E5F818-533F-44A7-849E-FF491AB26D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26CEDA-655B-4796-9C25-4F03651585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5AB35-7FE6-4813-98BA-893D02A2B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A76AF-E75D-40CA-9B9B-38FA4104267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705F30-3157-45E0-B383-1D7DA5B03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723B7C-0C51-4557-9D00-CDB7892D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96789-19D0-451F-B01C-BF50DCB6A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229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85888-17B9-412B-9E26-24B727153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C7D556-8D27-4496-B1B1-F44DA2A600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DDDA3-C87C-4EFC-BE73-CEE4E4791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A76AF-E75D-40CA-9B9B-38FA4104267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479F8-5345-4A8A-9921-F0C33E20D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82802-FC17-4B54-A6DB-2AB38EA1B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96789-19D0-451F-B01C-BF50DCB6A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5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066E10-B224-4D16-968D-7CBD6AAF53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EB64EE-C646-4D45-86A7-B4B2254B85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62BDC-1906-485F-B71A-D971E85DF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A76AF-E75D-40CA-9B9B-38FA4104267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7EB4E6-CA29-4518-8477-C084668B8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D45D8-BE58-401A-AE2F-39ACEAD01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96789-19D0-451F-B01C-BF50DCB6A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156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59A50E-4216-4462-A6AA-E22068DB3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468A7-6A82-48A1-95B6-7870237BCF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052A2-063A-4C9C-8E0C-022C344BE9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7A76AF-E75D-40CA-9B9B-38FA4104267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40C4AF-F12A-4246-9FAF-944BF902E1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9036D-D008-4531-916B-D80CDA1BC9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396789-19D0-451F-B01C-BF50DCB6A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004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EC10EB-9303-49BD-AB97-B52AD75017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960" y="1908313"/>
            <a:ext cx="2999574" cy="1371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6CDA9DB-80EB-4973-ADA9-A2F265C00049}"/>
              </a:ext>
            </a:extLst>
          </p:cNvPr>
          <p:cNvSpPr txBox="1"/>
          <p:nvPr/>
        </p:nvSpPr>
        <p:spPr>
          <a:xfrm>
            <a:off x="5605670" y="2510472"/>
            <a:ext cx="546944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u="sng" dirty="0"/>
              <a:t>Green Destinations HR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B78C8F-375C-4D5C-9604-4FA0919893B9}"/>
              </a:ext>
            </a:extLst>
          </p:cNvPr>
          <p:cNvSpPr txBox="1"/>
          <p:nvPr/>
        </p:nvSpPr>
        <p:spPr>
          <a:xfrm>
            <a:off x="5814446" y="3578088"/>
            <a:ext cx="50362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Employee  KPIs &amp; Insights Dashboards</a:t>
            </a:r>
          </a:p>
        </p:txBody>
      </p:sp>
    </p:spTree>
    <p:extLst>
      <p:ext uri="{BB962C8B-B14F-4D97-AF65-F5344CB8AC3E}">
        <p14:creationId xmlns:p14="http://schemas.microsoft.com/office/powerpoint/2010/main" val="326626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F3D5A7B-4EAE-4CEC-8361-985E7EED9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140" y="1391479"/>
            <a:ext cx="10475720" cy="53522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1538AD-477F-4CFF-8C01-62A110BB0A90}"/>
              </a:ext>
            </a:extLst>
          </p:cNvPr>
          <p:cNvSpPr txBox="1"/>
          <p:nvPr/>
        </p:nvSpPr>
        <p:spPr>
          <a:xfrm>
            <a:off x="808383" y="357809"/>
            <a:ext cx="1132412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Ages groups 26 -35 have the highest attrition and largest workforce share too indicating mid career stability </a:t>
            </a:r>
          </a:p>
          <a:p>
            <a:r>
              <a:rPr lang="en-US" dirty="0"/>
              <a:t>rate followed by group from 18 -25 which has a smaller count but high attrition rate, suggesting challenges in retaining </a:t>
            </a:r>
          </a:p>
          <a:p>
            <a:r>
              <a:rPr lang="en-US" dirty="0"/>
              <a:t>early career talent.</a:t>
            </a:r>
          </a:p>
        </p:txBody>
      </p:sp>
    </p:spTree>
    <p:extLst>
      <p:ext uri="{BB962C8B-B14F-4D97-AF65-F5344CB8AC3E}">
        <p14:creationId xmlns:p14="http://schemas.microsoft.com/office/powerpoint/2010/main" val="3795085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0D451E0-6EA0-47E8-96CB-01F9160D2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97" y="1068269"/>
            <a:ext cx="10783805" cy="56491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9559242-6CBF-43B3-9CBD-A6A9EFB6EEF0}"/>
              </a:ext>
            </a:extLst>
          </p:cNvPr>
          <p:cNvSpPr txBox="1"/>
          <p:nvPr/>
        </p:nvSpPr>
        <p:spPr>
          <a:xfrm>
            <a:off x="704097" y="278295"/>
            <a:ext cx="109484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18 -25 group shows lower avg. income but higher attrition, indicating challenges in early career, 46-55 group shows</a:t>
            </a:r>
          </a:p>
          <a:p>
            <a:r>
              <a:rPr lang="en-US" dirty="0"/>
              <a:t>highest avg. monthly income reflecting career progression followed by 36-45 group .</a:t>
            </a:r>
          </a:p>
        </p:txBody>
      </p:sp>
    </p:spTree>
    <p:extLst>
      <p:ext uri="{BB962C8B-B14F-4D97-AF65-F5344CB8AC3E}">
        <p14:creationId xmlns:p14="http://schemas.microsoft.com/office/powerpoint/2010/main" val="3130542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559242-6CBF-43B3-9CBD-A6A9EFB6EEF0}"/>
              </a:ext>
            </a:extLst>
          </p:cNvPr>
          <p:cNvSpPr txBox="1"/>
          <p:nvPr/>
        </p:nvSpPr>
        <p:spPr>
          <a:xfrm>
            <a:off x="704097" y="278295"/>
            <a:ext cx="67659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2k - 4k income group has highest workforce and highest attrition rate, </a:t>
            </a:r>
          </a:p>
          <a:p>
            <a:r>
              <a:rPr lang="en-US" dirty="0"/>
              <a:t>14k -16k group has the lowest workforce and least attrition.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ED5749-AA01-427E-895C-1AD7108B4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23" y="1199360"/>
            <a:ext cx="10945753" cy="565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42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559242-6CBF-43B3-9CBD-A6A9EFB6EEF0}"/>
              </a:ext>
            </a:extLst>
          </p:cNvPr>
          <p:cNvSpPr txBox="1"/>
          <p:nvPr/>
        </p:nvSpPr>
        <p:spPr>
          <a:xfrm>
            <a:off x="704097" y="278295"/>
            <a:ext cx="100995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Employees who worked for a year have highest attrition rate, followed by 3-5 years span of employment,  </a:t>
            </a:r>
          </a:p>
          <a:p>
            <a:r>
              <a:rPr lang="en-US" dirty="0"/>
              <a:t>Employee working for more than 10 years have the least attrition rate.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3C1A1C-B040-4593-9120-00A9172E9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39" y="974609"/>
            <a:ext cx="10898121" cy="574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397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559242-6CBF-43B3-9CBD-A6A9EFB6EEF0}"/>
              </a:ext>
            </a:extLst>
          </p:cNvPr>
          <p:cNvSpPr txBox="1"/>
          <p:nvPr/>
        </p:nvSpPr>
        <p:spPr>
          <a:xfrm>
            <a:off x="704097" y="278295"/>
            <a:ext cx="97762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Complete Dashboard of analytics of employee count, monthly income aggregated along the years and </a:t>
            </a:r>
          </a:p>
          <a:p>
            <a:r>
              <a:rPr lang="en-US" dirty="0"/>
              <a:t>their attrition rate in the past and factors determined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154C9A-8CA1-4E23-996E-CF2CCAFD4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651" y="1159041"/>
            <a:ext cx="8852452" cy="5420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057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168</Words>
  <Application>Microsoft Office PowerPoint</Application>
  <PresentationFormat>Widescreen</PresentationFormat>
  <Paragraphs>13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5</cp:revision>
  <dcterms:created xsi:type="dcterms:W3CDTF">2026-03-09T07:58:24Z</dcterms:created>
  <dcterms:modified xsi:type="dcterms:W3CDTF">2026-03-09T09:02:35Z</dcterms:modified>
</cp:coreProperties>
</file>